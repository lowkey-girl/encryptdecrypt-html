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Selected: Library Management System</a:t>
            </a:r>
          </a:p>
          <a:p/>
          <a:p>
            <a:r>
              <a:t>The Library Management System helps manage the catalog of books, handle member registrations, borrowing/returning of books, and generates reports.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Add, update, and delete books</a:t>
            </a:r>
          </a:p>
          <a:p>
            <a:r>
              <a:t>- Member registration and management</a:t>
            </a:r>
          </a:p>
          <a:p>
            <a:r>
              <a:t>- Book borrowing and returning</a:t>
            </a:r>
          </a:p>
          <a:p>
            <a:r>
              <a:t>- Fine calculation</a:t>
            </a:r>
          </a:p>
          <a:p>
            <a:r>
              <a:t>- Book search (title, author, category)</a:t>
            </a:r>
          </a:p>
          <a:p>
            <a:r>
              <a:t>- Reports on borrowed/available books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of 3 Existing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Koha:</a:t>
            </a:r>
          </a:p>
          <a:p>
            <a:r>
              <a:t>- Open-source ILS</a:t>
            </a:r>
          </a:p>
          <a:p>
            <a:r>
              <a:t>- Features: OPAC, cataloging, circulation</a:t>
            </a:r>
          </a:p>
          <a:p>
            <a:r>
              <a:t>- Used in schools/universities</a:t>
            </a:r>
          </a:p>
          <a:p/>
          <a:p>
            <a:r>
              <a:t>2. Evergreen:</a:t>
            </a:r>
          </a:p>
          <a:p>
            <a:r>
              <a:t>- Designed for consortia</a:t>
            </a:r>
          </a:p>
          <a:p>
            <a:r>
              <a:t>- Cataloging, acquisitions, circulation</a:t>
            </a:r>
          </a:p>
          <a:p>
            <a:r>
              <a:t>- Used in large libraries</a:t>
            </a:r>
          </a:p>
          <a:p/>
          <a:p>
            <a:r>
              <a:t>3. OpenBiblio:</a:t>
            </a:r>
          </a:p>
          <a:p>
            <a:r>
              <a:t>- For small libraries</a:t>
            </a:r>
          </a:p>
          <a:p>
            <a:r>
              <a:t>- Simple check-in/out</a:t>
            </a:r>
          </a:p>
          <a:p>
            <a:r>
              <a:t>- Built with PHP/MySQL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Member Registers</a:t>
            </a:r>
          </a:p>
          <a:p>
            <a:r>
              <a:t>2. Member Logs In</a:t>
            </a:r>
          </a:p>
          <a:p>
            <a:r>
              <a:t>3. Searches for Books</a:t>
            </a:r>
          </a:p>
          <a:p>
            <a:r>
              <a:t>4. Borrows a Book</a:t>
            </a:r>
          </a:p>
          <a:p>
            <a:r>
              <a:t>5. Returns Book</a:t>
            </a:r>
          </a:p>
          <a:p>
            <a:r>
              <a:t>6. System Calculates Fine (if late)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Collected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Book Registration Form</a:t>
            </a:r>
          </a:p>
          <a:p>
            <a:r>
              <a:t>- Member Registration Form</a:t>
            </a:r>
          </a:p>
          <a:p>
            <a:r>
              <a:t>- Borrow/Return Receipts</a:t>
            </a:r>
          </a:p>
          <a:p>
            <a:r>
              <a:t>- Fine Payment Slip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Books: BookID, Title, Author, ISBN, Category</a:t>
            </a:r>
          </a:p>
          <a:p>
            <a:r>
              <a:t>Members: MemberID, Name, Contact, JoinDate</a:t>
            </a:r>
          </a:p>
          <a:p>
            <a:r>
              <a:t>Transactions: TransID, MemberID, BookID, BorrowDate, ReturnDate, Fine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(1NF → 3NF)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UNF: Mixed book/member data</a:t>
            </a:r>
          </a:p>
          <a:p/>
          <a:p>
            <a:r>
              <a:t>1NF: Atomic values</a:t>
            </a:r>
          </a:p>
          <a:p>
            <a:r>
              <a:t>- Separate book and member fields</a:t>
            </a:r>
          </a:p>
          <a:p/>
          <a:p>
            <a:r>
              <a:t>2NF: Remove partial dependencies</a:t>
            </a:r>
          </a:p>
          <a:p>
            <a:r>
              <a:t>- Split into Books and Borrows tables</a:t>
            </a:r>
          </a:p>
          <a:p/>
          <a:p>
            <a:r>
              <a:t>3NF: Remove transitive dependencies</a:t>
            </a:r>
          </a:p>
          <a:p>
            <a:r>
              <a:t>- Separate Members and Contacts 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72410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65997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b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73855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b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